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08906" y="1665387"/>
            <a:ext cx="5926187" cy="181269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608906" y="1665387"/>
            <a:ext cx="35719" cy="1812699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1841078" y="1971703"/>
            <a:ext cx="5461843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63B3E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Flyweight Design Pattern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841078" y="2686496"/>
            <a:ext cx="5461843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Clothing Store Inventory System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841078" y="3138757"/>
            <a:ext cx="5461843" cy="339328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8" name="Text 5"/>
          <p:cNvSpPr/>
          <p:nvPr/>
        </p:nvSpPr>
        <p:spPr>
          <a:xfrm>
            <a:off x="1841078" y="3138757"/>
            <a:ext cx="5461843" cy="33932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Patterns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15466"/>
            <a:ext cx="8715375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63B3E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Analysis: Memory Exhaustion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285750" y="1139875"/>
            <a:ext cx="4200525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Scenario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85750" y="1517042"/>
            <a:ext cx="420052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systems managing millions of clothing items with identical core attributes.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85750" y="2151385"/>
            <a:ext cx="4200525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85750" y="2528553"/>
            <a:ext cx="420052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Storing redundant data (Brand, Design, Material) for every instance wastes system RAM.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85750" y="3162895"/>
            <a:ext cx="4200525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Impact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85750" y="3540063"/>
            <a:ext cx="420052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performance, high GC overhead, and failure to scale as inventory grows.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57725" y="1139875"/>
            <a:ext cx="4200525" cy="3034531"/>
          </a:xfrm>
          <a:prstGeom prst="rect">
            <a:avLst/>
          </a:prstGeom>
          <a:solidFill>
            <a:srgbClr val="2D3748"/>
          </a:solidFill>
          <a:ln w="9144">
            <a:solidFill>
              <a:srgbClr val="4A556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238" y="2260662"/>
            <a:ext cx="571500" cy="571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37566" y="2889312"/>
            <a:ext cx="264081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Redundant Objects = Resource Depletion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15466"/>
            <a:ext cx="8715375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63B3E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Pattern Selection: Flyweight vs. Composite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139875"/>
            <a:ext cx="8286750" cy="148054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1143446"/>
            <a:ext cx="2083743" cy="391120"/>
          </a:xfrm>
          <a:prstGeom prst="rect">
            <a:avLst/>
          </a:prstGeom>
          <a:solidFill>
            <a:srgbClr val="3182CE"/>
          </a:solidFill>
          <a:ln w="9144">
            <a:solidFill>
              <a:srgbClr val="4A556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1143446"/>
            <a:ext cx="2083743" cy="39112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15939" y="1143446"/>
            <a:ext cx="3021611" cy="391120"/>
          </a:xfrm>
          <a:prstGeom prst="rect">
            <a:avLst/>
          </a:prstGeom>
          <a:solidFill>
            <a:srgbClr val="3182CE"/>
          </a:solidFill>
          <a:ln w="9144">
            <a:solidFill>
              <a:srgbClr val="4A556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15939" y="1143446"/>
            <a:ext cx="3021611" cy="39112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Flyweight Pattern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37550" y="1143446"/>
            <a:ext cx="3174253" cy="391120"/>
          </a:xfrm>
          <a:prstGeom prst="rect">
            <a:avLst/>
          </a:prstGeom>
          <a:solidFill>
            <a:srgbClr val="3182CE"/>
          </a:solidFill>
          <a:ln w="9144">
            <a:solidFill>
              <a:srgbClr val="4A55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7550" y="1143446"/>
            <a:ext cx="3174253" cy="39112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Composite Pattern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2197" y="1527423"/>
            <a:ext cx="2083743" cy="36075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Goal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515939" y="1527423"/>
            <a:ext cx="3021611" cy="36075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3B3E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Memory Optimization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37550" y="1527423"/>
            <a:ext cx="3174253" cy="36075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Part-Whole Hierarchy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32197" y="1888182"/>
            <a:ext cx="2083743" cy="36075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Used When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515939" y="1888182"/>
            <a:ext cx="3021611" cy="36075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similar objects exist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537550" y="1888182"/>
            <a:ext cx="3174253" cy="36075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 structures are needed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32197" y="2248942"/>
            <a:ext cx="2083743" cy="36075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Impact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515939" y="2248942"/>
            <a:ext cx="3021611" cy="36075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3B3E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Significant Reduction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37550" y="2248942"/>
            <a:ext cx="3174253" cy="36075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Increase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28625" y="2756148"/>
            <a:ext cx="8286750" cy="56435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1" name="Shape 18"/>
          <p:cNvSpPr/>
          <p:nvPr/>
        </p:nvSpPr>
        <p:spPr>
          <a:xfrm>
            <a:off x="8679656" y="2756148"/>
            <a:ext cx="35719" cy="564356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2756148"/>
            <a:ext cx="8286750" cy="5643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Justification:</a:t>
            </a: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Flyweight was selected because it directly addresses the redundant data problem, enabling </a:t>
            </a: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scalability.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572616"/>
            <a:ext cx="8858250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63B3E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Strategy: State Separation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42900" y="1197025"/>
            <a:ext cx="4243388" cy="1857375"/>
          </a:xfrm>
          <a:prstGeom prst="rect">
            <a:avLst/>
          </a:prstGeom>
          <a:solidFill>
            <a:srgbClr val="2D3748"/>
          </a:solidFill>
          <a:ln w="9144">
            <a:solidFill>
              <a:srgbClr val="4A556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42900" y="1197025"/>
            <a:ext cx="4243388" cy="357188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3"/>
          <p:cNvSpPr/>
          <p:nvPr/>
        </p:nvSpPr>
        <p:spPr>
          <a:xfrm>
            <a:off x="342900" y="1197025"/>
            <a:ext cx="4243388" cy="357188"/>
          </a:xfrm>
          <a:prstGeom prst="rect">
            <a:avLst/>
          </a:prstGeom>
          <a:noFill/>
          <a:ln/>
        </p:spPr>
        <p:txBody>
          <a:bodyPr wrap="square" lIns="136017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Intrinsic State (Shared)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647081"/>
            <a:ext cx="3529403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constant across many objects and shareable.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1919967"/>
            <a:ext cx="4014788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63B3E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Brand, Material, Color, Design, Price, Image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72013" y="1197025"/>
            <a:ext cx="4243388" cy="1857375"/>
          </a:xfrm>
          <a:prstGeom prst="rect">
            <a:avLst/>
          </a:prstGeom>
          <a:solidFill>
            <a:srgbClr val="2D3748"/>
          </a:solidFill>
          <a:ln w="9144">
            <a:solidFill>
              <a:srgbClr val="4A556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72013" y="1197025"/>
            <a:ext cx="4243388" cy="357188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1" name="Text 8"/>
          <p:cNvSpPr/>
          <p:nvPr/>
        </p:nvSpPr>
        <p:spPr>
          <a:xfrm>
            <a:off x="4672013" y="1197025"/>
            <a:ext cx="4243388" cy="357188"/>
          </a:xfrm>
          <a:prstGeom prst="rect">
            <a:avLst/>
          </a:prstGeom>
          <a:noFill/>
          <a:ln/>
        </p:spPr>
        <p:txBody>
          <a:bodyPr wrap="square" lIns="136017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Extrinsic State (Unique)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86313" y="1647081"/>
            <a:ext cx="3398639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Context-dependent data that varies per instance.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786313" y="1919967"/>
            <a:ext cx="4014788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63B3E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Size, SKU, Location, Qty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2900" y="3140125"/>
            <a:ext cx="8572500" cy="51435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Shape 12"/>
          <p:cNvSpPr/>
          <p:nvPr/>
        </p:nvSpPr>
        <p:spPr>
          <a:xfrm>
            <a:off x="342900" y="3140125"/>
            <a:ext cx="35719" cy="514350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16" name="Text 13"/>
          <p:cNvSpPr/>
          <p:nvPr/>
        </p:nvSpPr>
        <p:spPr>
          <a:xfrm>
            <a:off x="342900" y="3140125"/>
            <a:ext cx="8572500" cy="51435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Factory Role:</a:t>
            </a: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Manages a pool of shared "ClothingModel" objects to avoid duplicates.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572616"/>
            <a:ext cx="8715375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63B3E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UML Class Diagram &amp; Architecture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85775" y="1197025"/>
            <a:ext cx="4903459" cy="2683148"/>
          </a:xfrm>
          <a:prstGeom prst="rect">
            <a:avLst/>
          </a:prstGeom>
          <a:solidFill>
            <a:srgbClr val="F8FAFC"/>
          </a:solidFill>
          <a:ln w="9144">
            <a:solidFill>
              <a:srgbClr val="4A556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903" y="1324161"/>
            <a:ext cx="1795174" cy="24288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03534" y="1197025"/>
            <a:ext cx="326899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ClothingModel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503534" y="1422053"/>
            <a:ext cx="326899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Flyweight: Stores shared intrinsic state (Brand, Material, Color).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503534" y="1867812"/>
            <a:ext cx="326899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ClothingModelFactory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503534" y="2092840"/>
            <a:ext cx="326899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Factory: Manages the pool of shared models and ensures reuse.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503534" y="2538599"/>
            <a:ext cx="326899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ClothingItem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503534" y="2763627"/>
            <a:ext cx="326899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Context: Stores unique extrinsic state (Size, SKU) and references a model.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503534" y="3209385"/>
            <a:ext cx="326899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ClothingStore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503534" y="3434414"/>
            <a:ext cx="326899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Client: Orchestrates the inventory and interacts with the factory.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515466"/>
            <a:ext cx="8801100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63B3E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 &amp; Demo Metrics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191304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1513" y="1139875"/>
            <a:ext cx="3808149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Backend:</a:t>
            </a: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Java HTTP Server with Flyweight Logic</a:t>
            </a:r>
            <a:endParaRPr lang="en-US" sz="1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717067"/>
            <a:ext cx="213503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70703" y="1528483"/>
            <a:ext cx="3815572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Frontend:</a:t>
            </a: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HTML5 / CSS3 / JavaScript </a:t>
            </a: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2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2242831"/>
            <a:ext cx="214313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71513" y="2191401"/>
            <a:ext cx="335055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Metric:</a:t>
            </a:r>
            <a:r>
              <a:rPr lang="en-US" sz="1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Real-time Memory Efficiency %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342900" y="2637160"/>
            <a:ext cx="4143375" cy="55006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A0AEC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 Stack:</a:t>
            </a:r>
            <a:r>
              <a:rPr lang="en-US" sz="10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Java JDK 8+, HashMap Caching, RESTful APIs, </a:t>
            </a:r>
            <a:r>
              <a:rPr lang="en-US" sz="10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Web UI.</a:t>
            </a:r>
            <a:endParaRPr lang="en-US" sz="1050" dirty="0"/>
          </a:p>
        </p:txBody>
      </p:sp>
      <p:sp>
        <p:nvSpPr>
          <p:cNvPr id="11" name="Shape 5"/>
          <p:cNvSpPr/>
          <p:nvPr/>
        </p:nvSpPr>
        <p:spPr>
          <a:xfrm>
            <a:off x="4657725" y="1139875"/>
            <a:ext cx="4143375" cy="2571750"/>
          </a:xfrm>
          <a:prstGeom prst="rect">
            <a:avLst/>
          </a:prstGeom>
          <a:solidFill>
            <a:srgbClr val="2D3748"/>
          </a:solidFill>
          <a:ln w="9144">
            <a:solidFill>
              <a:srgbClr val="4A5568"/>
            </a:solidFill>
            <a:prstDash val="solid"/>
          </a:ln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1225600"/>
            <a:ext cx="4129088" cy="24717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15466"/>
            <a:ext cx="8715375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63B3E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Trade-offs &amp; Team Management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155055"/>
            <a:ext cx="250031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5813" y="1139875"/>
            <a:ext cx="1711654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Pattern Trade-offs</a:t>
            </a:r>
            <a:endParaRPr lang="en-US" sz="1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548854"/>
            <a:ext cx="128588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28650" y="1513136"/>
            <a:ext cx="38004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Massive memory savings and better scalability </a:t>
            </a: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large inventories.</a:t>
            </a:r>
            <a:endParaRPr lang="en-US" sz="11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096021"/>
            <a:ext cx="128588" cy="12858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28650" y="2060302"/>
            <a:ext cx="38004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Cons:</a:t>
            </a: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Increased complexity due to state separation </a:t>
            </a: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factory logic.</a:t>
            </a:r>
            <a:endParaRPr lang="en-US" sz="11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643188"/>
            <a:ext cx="128588" cy="12858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28650" y="2607469"/>
            <a:ext cx="38004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Conclusion:</a:t>
            </a: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Essential for high-volume systems </a:t>
            </a: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memory is a constraint.</a:t>
            </a:r>
            <a:endParaRPr lang="en-US" sz="11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155055"/>
            <a:ext cx="250031" cy="20002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072063" y="1139875"/>
            <a:ext cx="2052321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&amp; Collaboration</a:t>
            </a:r>
            <a:endParaRPr lang="en-US" sz="1400" dirty="0"/>
          </a:p>
        </p:txBody>
      </p:sp>
      <p:sp>
        <p:nvSpPr>
          <p:cNvPr id="14" name="Shape 6"/>
          <p:cNvSpPr/>
          <p:nvPr/>
        </p:nvSpPr>
        <p:spPr>
          <a:xfrm>
            <a:off x="4714875" y="1513136"/>
            <a:ext cx="4000500" cy="1392250"/>
          </a:xfrm>
          <a:prstGeom prst="rect">
            <a:avLst/>
          </a:prstGeom>
          <a:solidFill>
            <a:srgbClr val="2D3748"/>
          </a:solidFill>
          <a:ln w="9144">
            <a:solidFill>
              <a:srgbClr val="4A5568"/>
            </a:solidFill>
            <a:prstDash val="solid"/>
          </a:ln>
        </p:spPr>
      </p:sp>
      <p:sp>
        <p:nvSpPr>
          <p:cNvPr id="15" name="Text 7"/>
          <p:cNvSpPr/>
          <p:nvPr/>
        </p:nvSpPr>
        <p:spPr>
          <a:xfrm>
            <a:off x="4857750" y="1656011"/>
            <a:ext cx="786064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Member 1: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5643814" y="1656011"/>
            <a:ext cx="1889578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&amp; UML Design</a:t>
            </a:r>
            <a:endParaRPr lang="en-US" sz="1150" dirty="0"/>
          </a:p>
        </p:txBody>
      </p:sp>
      <p:sp>
        <p:nvSpPr>
          <p:cNvPr id="17" name="Text 9"/>
          <p:cNvSpPr/>
          <p:nvPr/>
        </p:nvSpPr>
        <p:spPr>
          <a:xfrm>
            <a:off x="4857750" y="1983172"/>
            <a:ext cx="786064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Member 2: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5643814" y="1983172"/>
            <a:ext cx="188695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&amp; Flyweight Logic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4857750" y="2310333"/>
            <a:ext cx="786064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Member 3: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5643814" y="2310333"/>
            <a:ext cx="1878276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&amp; Documentation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4857750" y="2637495"/>
            <a:ext cx="37147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via GitHub Project Board &amp; Issues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0" y="4693444"/>
            <a:ext cx="91440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2026-05-12T03:59:00Z</dcterms:created>
  <dcterms:modified xsi:type="dcterms:W3CDTF">2026-05-12T03:59:00Z</dcterms:modified>
</cp:coreProperties>
</file>